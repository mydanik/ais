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Проверка редактируемого текста, фигуры и заметок через MCP.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 → представление → модель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3383280"/>
            <a:ext cx="1828800" cy="457200"/>
          </a:xfrm>
          <a:prstGeom prst="rect">
            <a:avLst/>
          </a:prstGeom>
          <a:solidFill>
            <a:srgbClr val="6D2E46"/>
          </a:solidFill>
          <a:ln>
            <a:solidFill>
              <a:srgbClr val="6D2E4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connection test</dc:title>
  <dc:subject>PptxGenJS Presentation</dc:subject>
  <dc:creator>PptxGenJS</dc:creator>
  <cp:lastModifiedBy>PptxGenJS</cp:lastModifiedBy>
  <cp:revision>1</cp:revision>
  <dcterms:created xsi:type="dcterms:W3CDTF">2026-09-08T09:43:42Z</dcterms:created>
  <dcterms:modified xsi:type="dcterms:W3CDTF">2026-09-08T09:43:42Z</dcterms:modified>
</cp:coreProperties>
</file>