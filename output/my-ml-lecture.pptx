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DEMO-S01
Объяснить, что эксперт — FFN, а маршрутизатор выбирает путь для токена.
Фрагмент лекции: В обычном блоке Transformer все токены проходят через одну и ту же feed-forward сеть.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DEMO-S02
Сопоставить коэффициенты с оставшимися оценками 0,55 и 0,25.
Иллюстрация: y=0.6875\,E_1(x)+0.3125\,E_2(x)
Фрагмент лекции: В таком примере результат равен 0,6875 E₁(x) + 0,3125 E₂(x)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0440" y="642823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искусственного интеллекта · NLP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972800" y="64282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901952"/>
            <a:ext cx="10332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Mixture of Experts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838505" y="3383280"/>
            <a:ext cx="10515600" cy="0"/>
          </a:xfrm>
          <a:prstGeom prst="line">
            <a:avLst/>
          </a:prstGeom>
          <a:noFill/>
          <a:ln w="25400">
            <a:solidFill>
              <a:srgbClr val="1D9A78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43000" y="3858768"/>
            <a:ext cx="9902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пути для разных токенов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505" y="640080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Выход выбранных экспертов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8505" y="1691640"/>
            <a:ext cx="10515600" cy="0"/>
          </a:xfrm>
          <a:prstGeom prst="line">
            <a:avLst/>
          </a:prstGeom>
          <a:noFill/>
          <a:ln w="25400">
            <a:solidFill>
              <a:srgbClr val="1D9A78"/>
            </a:solidFill>
            <a:prstDash val="solid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3520440" y="642823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искусственного интеллекта · NLP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282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" y="1837944"/>
            <a:ext cx="10323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получены после выбора top-2 и нормировки</a:t>
            </a:r>
            <a:endParaRPr lang="en-US" sz="2800" dirty="0"/>
          </a:p>
        </p:txBody>
      </p:sp>
      <p:pic>
        <p:nvPicPr>
          <p:cNvPr id="7" name="Image 0" descr="D:\AIS\assets\generated\my-ml-lecture-equat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3432300"/>
            <a:ext cx="10085832" cy="7249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Новая ML-лекция</dc:title>
  <dc:subject>Новая ML-лекция</dc:subject>
  <dc:creator>Курс СИИ · NLP</dc:creator>
  <cp:lastModifiedBy>Курс СИИ · NLP</cp:lastModifiedBy>
  <cp:revision>1</cp:revision>
  <dcterms:created xsi:type="dcterms:W3CDTF">2026-09-08T00:26:56Z</dcterms:created>
  <dcterms:modified xsi:type="dcterms:W3CDTF">2026-09-08T00:26:56Z</dcterms:modified>
</cp:coreProperties>
</file>